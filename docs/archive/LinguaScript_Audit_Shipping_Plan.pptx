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LinguaScript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Audit &amp; Shipping Plan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F5F5"/>
                </a:solidFill>
              </a:rPr>
              <a:t>From Red/Orange/Green Cards to Real Spaced Repetition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July 22,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UI, Broken Pedagogy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Current Reality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Pretty red/orange/green cards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Tracks review_count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Shows next_review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actual SRS algorithm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review history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Users can't see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Words fade to "acquired" &amp; die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What's Needed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 SRS (1-3-5-7 intervals)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Review history tracking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Multiple recall methods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Pet coaching ("we're forgetting")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Context diversity metric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Maintenance reminders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LinguaScripts (active recall)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Users will actually remember words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Database Schema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What We Have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137160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0817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saved_words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408176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word, translation, context, review_count, times_correct, next_review, state (red/orange/green)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82496"/>
            <a:ext cx="13716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0078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profiles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700784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user data, learning_language, xp_level, streak_count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75104"/>
            <a:ext cx="137160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9339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activity_log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1993392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date, words_learned, words_reviewed, minutes_watched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67712"/>
            <a:ext cx="13716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286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comprehension_snapshots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2286000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video-level red/orange/green counts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137160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57860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subtitles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2578608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film subtitle 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Problem: No table for detailed review history, no scheduling logic, no context tracking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Architecture Gaps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0241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Review History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2618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No table tracking individual review events (time, type, correct/incorrect, context)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6184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SRS Algorithm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8562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No scheduling logic; next_review exists but isn't calculated or adjusted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2128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Context Diversity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4505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No tracking of how word was encountered (flashcard vs gap-fill vs movie vs speaking)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8072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Confidence Levels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0449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Only red/orange/green state; no granular confidence per word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4015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LinguaScript Storage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6393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No table for AI-generated sentences with gaps or multiple choice variants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977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9959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Review Queue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2336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No efficient query for "words due today" with priority ordering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0: Database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Foundation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New Tables Required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356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review_history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435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Records each review: word_id, user_id, review_type, correct, timestamp, context_type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842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linguascripts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98424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AI-generated sentences: word_id, original, gap_fill_version, multiple_choice_options, difficulty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328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review_sessions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53288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Group reviews: user_id, session_date, words_reviewed, total_time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Schema Changes to saved_words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Add: srs_stage (1-5), confidence_level (0-100), last_review_date, correct_count_total, context_diversity_score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SRS Engine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Foundation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What Gets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✓ Scheduling algorithm (1-3-5-7 with adjustment)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556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✓ Next review date calculation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4825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✓ "Words due today" query (efficient)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408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✓ Review history logging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33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✓ Confidence level updates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✓ Home screen: "Today's Mission"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234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SRS Timeline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6002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Day 1: First recall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8288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Day 3: +2 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0574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Day 5: +2 days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2860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Day 7: +2 days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5146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Stable: Long-term memory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Timeline: 2-3 weeks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2a: Multiple Choice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(Easier Recall)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Why First?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Recognition &gt; Recall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Users succeed 80% of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Builds confidence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Prepares for harder tasks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88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Example Review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Je voudrais ___ café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828800"/>
            <a:ext cx="3200400" cy="201168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84708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A) avoir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2084832"/>
            <a:ext cx="3200400" cy="201168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1031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B) être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340864"/>
            <a:ext cx="320040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35915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C) un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2596896"/>
            <a:ext cx="3200400" cy="201168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61518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D) faire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Timeline: 1 week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2b: Gap Fill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Recall (Your Moat)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What Makes LinguaScript Unique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User saves: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</a:rPr>
              <a:t>remplir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1874520"/>
            <a:ext cx="457200" cy="18288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1508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AI generates: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5A82"/>
                </a:solidFill>
              </a:rPr>
              <a:t>"Je voudrais remplir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065A82"/>
                </a:solidFill>
              </a:rPr>
              <a:t>cette bouteille"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0" y="1874520"/>
            <a:ext cx="457200" cy="18288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1508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Review: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5A82"/>
                </a:solidFill>
              </a:rPr>
              <a:t>"Je voudrais ___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065A82"/>
                </a:solidFill>
              </a:rPr>
              <a:t>cette bouteille"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Why It Works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Active recall (harder, sticks better)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8346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Contextual (not just the word)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0632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Real-life sentences (not abstract)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Can be tied to learner goals (travel, dating, work)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2c: Context in Film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Scene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The Power of Original Content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Instead of just seeing a flashcard: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remplir  →  fill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You see the actual subtitle from Amélie: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</a:rPr>
              <a:t>"Il a rempli le verre de champagne"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Brain instantly links: word → scene → emotion → memory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3 &amp; 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Speaking, Listening, Maintenance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Phase 3: Multi-Modal Recall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🎤 Speaking (pronounce word in sentence)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🎧 Listening (hear it, identify it)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⏱ Estimated time: 2-3 weeks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Phase 4: Green Deck Maintenance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💚 Weekly green word reviews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🎬 Green words in new sentences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1488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🏆 Achievement milestones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⏱ Estimated time: 1-2 weeks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Total Timeline: Phase 0→4 = 8-10 weeks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Timeline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78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</a:rPr>
              <a:t>Week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078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Phase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078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Database audit &amp; schema design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23760" y="10789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</a:rPr>
              <a:t>← YOU ARE HERE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36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</a:rPr>
              <a:t>Weeks 2-3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1536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Phase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1536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SRS engine (scheduling, home screen)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0" y="15361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74C3C"/>
                </a:solidFill>
              </a:rPr>
              <a:t>Blocker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9933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</a:rPr>
              <a:t>Week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19933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Phase 2a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19933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Multiple choice (easier recall)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19933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</a:rPr>
              <a:t>Depends on Phase 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450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</a:rPr>
              <a:t>Week 5-6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2450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Phase 2b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LinguaScripts (gap-fill, AI)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2450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</a:rPr>
              <a:t>Your moat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9077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Week 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29077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Phase 2c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17520" y="29077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Original subtitles (context)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364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Weeks 8-9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0" y="3364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Phase 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17520" y="3364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Speaking/listening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822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Week 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28800" y="3822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Phase 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17520" y="3822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Green deck maintenance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Code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Go/No-Go Gates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This is NOT optional. Follow the French methodology.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17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4356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Cahier des Charges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664208"/>
            <a:ext cx="7726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Requirements: what is LinguaScript? What does success look like?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9202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9385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Organigramme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167128"/>
            <a:ext cx="7726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Flowcharts: every user path, every decision point, no dead ends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4231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Schema Finalized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670048"/>
            <a:ext cx="7726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Database design locked in; no mid-project surprises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9260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29443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Phase 0 Passed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172968"/>
            <a:ext cx="7726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All migrations run, schema validated, queries tested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4290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4472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API Layer Built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675888"/>
            <a:ext cx="7726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All RPC functions &amp; queries written (before UI)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9319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950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Beta Test Ready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178808"/>
            <a:ext cx="7726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Users recruited; app hidden from public; ready for validation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Access Control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Stays Secret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Current State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❌ /landing = public demo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❌ /landingpage2 = public demo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❌ Everyone sees red/orange/green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❌ Concept revealed before ready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365760" cy="1371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New State (Beta Period)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✅ /landing = invite-only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✅ /landingpage2 = deleted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✅ App redirect to /auth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✅ Concept protected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✅ 50 beta users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✅ Launch after Phase 2c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1. Route / → /auth (redirect unauthenticated)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2. Delete /landingpage2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3. Make /landing require invite code OR hide behind auth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4. Only authenticated users see the new experience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solidFill>
            <a:srgbClr val="F5F5F5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Data Migration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078992"/>
            <a:ext cx="914400" cy="2286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0972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0" y="109728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Schema change backups; test on copy first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F5F5F5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830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Performance (100 users/day)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1764792"/>
            <a:ext cx="91440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17830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0" y="178308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Index next_review, user_id; monitor query times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solidFill>
            <a:srgbClr val="F5F5F5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4688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SRS Algorithm Bugs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2450592"/>
            <a:ext cx="914400" cy="2286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0" y="2468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23360" y="246888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Unit test math; manual verification of 20 users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5F5F5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1546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Beta User Feedback Ignored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17520" y="3136392"/>
            <a:ext cx="91440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0" y="31546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23360" y="315468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Weekly check-ins; track adoption metrics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solidFill>
            <a:srgbClr val="F5F5F5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8404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Premature Public Launch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17520" y="3822192"/>
            <a:ext cx="91440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3017520" y="3840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23360" y="384048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Require Phase 2c done + 50 beta users happy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14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Phase 1 Success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SRS algorithm tested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Next-review dates correct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Review history logged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Home screen shows queue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90%+ data integrity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Phase 2+ Success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Beta users complete reviews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Avg 4+ days between reviews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&gt;60% correct on recall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Users return 3+ times/week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✓ Qualitative feedback positive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Long-Term (Public Launch)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Users report words "actually stick" after 2-3 weeks of use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Review completion rate &gt;40%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Green deck size grows month-over-month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Retention improves by 2x vs previous version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LinguaScript Becomes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Before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A cute app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that collects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vocabulary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After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The only app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that actually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teaches words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2C39A"/>
                </a:solidFill>
              </a:rPr>
              <a:t>"Stop memorizing. Start acquiring."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Not AI. Not flashcards. Real learning through: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Spaced repetition + active recall + real content + pet coaching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Week)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87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005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Audit Supabase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6187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Confirm exact schema, identify exact gaps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8191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819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1600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Create Cahier des Charges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85623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Write the requirements document (1-2 pages)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7627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762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194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Flowchart User Journeys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45059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Map every path from "saved word" → "acquired"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7063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770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2788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Design Data Structure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0449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Finalize schema changes; write SQL migrations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6499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64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3383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Hide the App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63931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Redirect /, hide /landingpage2, require auth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</a:rPr>
              <a:t>The Difference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Between a Demo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and a Product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F5F5"/>
                </a:solidFill>
              </a:rPr>
              <a:t>This plan is your roadmap to the latter.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Follow the methodology. Don't skip phases. Test with users before launching.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The rest will follow.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2026-07-22T14:06:03Z</dcterms:created>
  <dcterms:modified xsi:type="dcterms:W3CDTF">2026-07-22T14:06:03Z</dcterms:modified>
</cp:coreProperties>
</file>